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anose="020F0502020204030204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 varScale="1">
        <p:scale>
          <a:sx n="74" d="100"/>
          <a:sy n="74" d="100"/>
        </p:scale>
        <p:origin x="126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r>
              <a:t>Leveraging Agentic AI for Scalable, Fair, and Effective Debt Management at Geldium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rmAutofit fontScale="85000" lnSpcReduction="10000"/>
          </a:bodyPr>
          <a:lstStyle/>
          <a:p>
            <a:r>
              <a:rPr b="1" dirty="0"/>
              <a:t>Inputs:</a:t>
            </a:r>
          </a:p>
          <a:p>
            <a:r>
              <a:rPr b="1" dirty="0"/>
              <a:t>• Income</a:t>
            </a:r>
          </a:p>
          <a:p>
            <a:r>
              <a:rPr b="1" dirty="0"/>
              <a:t>• Credit Score</a:t>
            </a:r>
          </a:p>
          <a:p>
            <a:r>
              <a:rPr b="1" dirty="0"/>
              <a:t>• Credit Utilization</a:t>
            </a:r>
          </a:p>
          <a:p>
            <a:r>
              <a:rPr b="1" dirty="0"/>
              <a:t>• Debt-to-Income Ratio</a:t>
            </a:r>
          </a:p>
          <a:p>
            <a:r>
              <a:rPr b="1" dirty="0"/>
              <a:t>• Missed Payments</a:t>
            </a:r>
          </a:p>
          <a:p>
            <a:endParaRPr b="1" dirty="0"/>
          </a:p>
          <a:p>
            <a:r>
              <a:rPr b="1" dirty="0"/>
              <a:t>Decision Logic:</a:t>
            </a:r>
          </a:p>
          <a:p>
            <a:r>
              <a:rPr b="1" dirty="0"/>
              <a:t>• Logistic Regression predicts delinquency risk</a:t>
            </a:r>
          </a:p>
          <a:p>
            <a:r>
              <a:rPr b="1" dirty="0"/>
              <a:t>• Customers classified as Low, Medium, or High Risk</a:t>
            </a:r>
          </a:p>
          <a:p>
            <a:endParaRPr b="1" dirty="0"/>
          </a:p>
          <a:p>
            <a:r>
              <a:rPr b="1" dirty="0"/>
              <a:t>Actions:</a:t>
            </a:r>
          </a:p>
          <a:p>
            <a:r>
              <a:rPr b="1" dirty="0"/>
              <a:t>• Low Risk → Automated reminders</a:t>
            </a:r>
          </a:p>
          <a:p>
            <a:r>
              <a:rPr b="1" dirty="0"/>
              <a:t>• Medium Risk → Personalized outreach</a:t>
            </a:r>
          </a:p>
          <a:p>
            <a:r>
              <a:rPr b="1" dirty="0"/>
              <a:t>• High Risk → Collections specialist review</a:t>
            </a:r>
          </a:p>
          <a:p>
            <a:endParaRPr b="1" dirty="0"/>
          </a:p>
          <a:p>
            <a:r>
              <a:rPr b="1" dirty="0"/>
              <a:t>Learning:</a:t>
            </a:r>
          </a:p>
          <a:p>
            <a:r>
              <a:rPr b="1" dirty="0"/>
              <a:t>• Track outcomes</a:t>
            </a:r>
          </a:p>
          <a:p>
            <a:r>
              <a:rPr b="1" dirty="0"/>
              <a:t>• Monitor repayment behavior</a:t>
            </a:r>
          </a:p>
          <a:p>
            <a:r>
              <a:rPr b="1" dirty="0"/>
              <a:t>• Retrain model periodically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dirty="0"/>
              <a:t>Autonomous Activities:</a:t>
            </a:r>
          </a:p>
          <a:p>
            <a:r>
              <a:rPr dirty="0"/>
              <a:t>• Risk scoring</a:t>
            </a:r>
          </a:p>
          <a:p>
            <a:r>
              <a:rPr dirty="0"/>
              <a:t>• Customer segmentation</a:t>
            </a:r>
          </a:p>
          <a:p>
            <a:r>
              <a:rPr dirty="0"/>
              <a:t>• Reminder emails and SMS</a:t>
            </a:r>
          </a:p>
          <a:p>
            <a:r>
              <a:rPr dirty="0"/>
              <a:t>• Follow-up scheduling</a:t>
            </a:r>
          </a:p>
          <a:p>
            <a:endParaRPr dirty="0"/>
          </a:p>
          <a:p>
            <a:r>
              <a:rPr dirty="0"/>
              <a:t>Human Oversight Activities:</a:t>
            </a:r>
          </a:p>
          <a:p>
            <a:r>
              <a:rPr dirty="0"/>
              <a:t>• Hardship plan approval</a:t>
            </a:r>
          </a:p>
          <a:p>
            <a:r>
              <a:rPr dirty="0"/>
              <a:t>• Escalated collections decisions</a:t>
            </a:r>
          </a:p>
          <a:p>
            <a:r>
              <a:rPr dirty="0"/>
              <a:t>• Complaint handling</a:t>
            </a:r>
          </a:p>
          <a:p>
            <a:r>
              <a:rPr dirty="0"/>
              <a:t>• Compliance reviews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• Fairness: Monitor outcomes across customer groups.</a:t>
            </a:r>
          </a:p>
          <a:p>
            <a:r>
              <a:rPr dirty="0"/>
              <a:t>• Explainability: Provide clear reasons for risk scores.</a:t>
            </a:r>
          </a:p>
          <a:p>
            <a:r>
              <a:rPr dirty="0"/>
              <a:t>• Compliance: Protect customer data and follow regulations.</a:t>
            </a:r>
          </a:p>
          <a:p>
            <a:r>
              <a:rPr dirty="0"/>
              <a:t>• Human Oversight: Review high-impact customer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dirty="0"/>
              <a:t>Business KPIs:</a:t>
            </a:r>
          </a:p>
          <a:p>
            <a:r>
              <a:rPr dirty="0"/>
              <a:t>• Reduce delinquency rate by 10%</a:t>
            </a:r>
          </a:p>
          <a:p>
            <a:r>
              <a:rPr dirty="0"/>
              <a:t>• Increase repayment rates</a:t>
            </a:r>
          </a:p>
          <a:p>
            <a:r>
              <a:rPr dirty="0"/>
              <a:t>• Reduce collection costs</a:t>
            </a:r>
          </a:p>
          <a:p>
            <a:r>
              <a:rPr dirty="0"/>
              <a:t>• Improve collections efficiency</a:t>
            </a:r>
          </a:p>
          <a:p>
            <a:endParaRPr dirty="0"/>
          </a:p>
          <a:p>
            <a:r>
              <a:rPr dirty="0"/>
              <a:t>Customer Outcomes:</a:t>
            </a:r>
          </a:p>
          <a:p>
            <a:r>
              <a:rPr dirty="0"/>
              <a:t>• Better customer experience</a:t>
            </a:r>
          </a:p>
          <a:p>
            <a:r>
              <a:rPr dirty="0"/>
              <a:t>• Personalized communication</a:t>
            </a:r>
          </a:p>
          <a:p>
            <a:r>
              <a:rPr dirty="0"/>
              <a:t>• Greater transparency</a:t>
            </a:r>
          </a:p>
          <a:p>
            <a:r>
              <a:rPr dirty="0"/>
              <a:t>• Fairer treatment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proposed AI-powered collections system enables proactive risk management, supports fair and transparent decision-making, and improves operational efficiency at scale.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459</Words>
  <Application>Microsoft Office PowerPoint</Application>
  <PresentationFormat>On-screen Show (16:9)</PresentationFormat>
  <Paragraphs>68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Roboto Slab</vt:lpstr>
      <vt:lpstr>Arial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S0875487</cp:lastModifiedBy>
  <cp:revision>3</cp:revision>
  <dcterms:modified xsi:type="dcterms:W3CDTF">2026-06-27T17:52:00Z</dcterms:modified>
</cp:coreProperties>
</file>